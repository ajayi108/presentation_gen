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establishing Nigeria's geographical context and its significance as the most populous country in Africa. Highlight its diverse natural beauty and large, young population.</a:t>
            </a:r>
          </a:p>
          <a:p/>
          <a:p>
            <a:r>
              <a:t>Image credit: Salem Ochidi | Profile: https://unsplash.com/@salemochidi?utm_source=ai_presentation_generator&amp;utm_medium=referral | Photo: https://unsplash.com/photos/people-gathering-in-a-field-with-flags-during-daytime-nmLJAvTfanU?utm_source=ai_presentation_generator&amp;utm_medium=referral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Delve into Nigeria's extensive history, from its powerful ancient kingdoms to the impact of British colonialism and the eventual achievement of independence.</a:t>
            </a:r>
          </a:p>
          <a:p/>
          <a:p>
            <a:r>
              <a:t>Image credit: Blessfield John | Profile: https://unsplash.com/@blessfield?utm_source=ai_presentation_generator&amp;utm_medium=referral | Photo: https://unsplash.com/photos/people-viewing-art-in-a-modern-gallery-exhibition-NUFdnD2YP8U?utm_source=ai_presentation_generator&amp;utm_medium=referral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the incredible cultural diversity that defines Nigeria, highlighting its numerous ethnic groups, languages, and world-renowned contributions to arts and culture.</a:t>
            </a:r>
          </a:p>
          <a:p/>
          <a:p>
            <a:r>
              <a:t>Image credit: Ahmad Jaafar | Profile: https://unsplash.com/@ajidox?utm_source=ai_presentation_generator&amp;utm_medium=referral | Photo: https://unsplash.com/photos/a-group-of-men-riding-on-the-backs-of-horses-toQTkWFvWyo?utm_source=ai_presentation_generator&amp;utm_medium=referral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Nigeria's economic profile, emphasizing its status as a major oil producer and Africa's largest economy. Touch on the importance of agriculture and emerging sectors like tech and entertainment.</a:t>
            </a:r>
          </a:p>
          <a:p/>
          <a:p>
            <a:r>
              <a:t>Image credit: sheyi owolabi | Profile: https://unsplash.com/@sheystics?utm_source=ai_presentation_generator&amp;utm_medium=referral | Photo: https://unsplash.com/photos/aerial-photography-of-houses--lNX9k3e1F8?utm_source=ai_presentation_generator&amp;utm_medium=referral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a balanced view by outlining the significant challenges Nigeria faces, such as development disparities and governance, alongside the immense opportunities for growth and innovation.</a:t>
            </a:r>
          </a:p>
          <a:p/>
          <a:p>
            <a:r>
              <a:t>Image credit: Godson leonard | Profile: https://unsplash.com/@fondspace_?utm_source=ai_presentation_generator&amp;utm_medium=referral | Photo: https://unsplash.com/photos/an-aerial-view-of-a-city-b_uWZ0Bo-7Q?utm_source=ai_presentation_generator&amp;utm_medium=referral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highlighting Nigeria's pivotal role on the African continent and its growing influence in global affairs. Emphasize its future potential and continued trajectory.</a:t>
            </a:r>
          </a:p>
          <a:p/>
          <a:p>
            <a:r>
              <a:t>Image credit: Tope. A Asokere | Profile: https://unsplash.com/@topeasokere?utm_source=ai_presentation_generator&amp;utm_medium=referral | Photo: https://unsplash.com/photos/a-large-group-of-people-walking-on-a-street-8eshj7cKRys?utm_source=ai_presentation_generator&amp;utm_medium=referral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868680"/>
            <a:ext cx="1463040" cy="146304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Nigeria: The Giant of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1546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F6F0E8"/>
                </a:solidFill>
              </a:defRPr>
            </a:pPr>
            <a:r>
              <a:t>An educational journey exploring the rich history, diverse culture, and dynamic future of West Africa's most populous 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89204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Ikponmwosa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2E2E"/>
                </a:solidFill>
              </a:defRPr>
            </a:pPr>
            <a:r>
              <a:t>Introduction to Nigeria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Located in West Africa, bordering the Atlantic Ocean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Africa's most populous nation, over 200 million people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Diverse landscapes: coasts, savannahs, forests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Home to a vibrant and youthful population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2E2E"/>
                </a:solidFill>
              </a:defRPr>
            </a:pPr>
            <a:r>
              <a:t>Photo: Salem Ochidi on Unsplash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2E2E"/>
                </a:solidFill>
              </a:defRPr>
            </a:pPr>
            <a:r>
              <a:t>A Rich Historical Tapestry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Ancient civilizations: Nok, Igbo-Ukwu, Benin, Oyo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Thriving pre-colonial kingdoms and trade networks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British colonial rule and amalgamation in 1914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Gained independence on October 1, 1960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2E2E"/>
                </a:solidFill>
              </a:defRPr>
            </a:pPr>
            <a:r>
              <a:t>Photo: Blessfield John on Unsplash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2E2E"/>
                </a:solidFill>
              </a:defRPr>
            </a:pPr>
            <a:r>
              <a:t>Cultural Diversity and Vibrancy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Over 250 ethnic groups, each with unique traditions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Hundreds of languages spoken, with English as official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Renowned for vibrant arts, music, and literature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Celebrated festivals showcase rich heritage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2E2E"/>
                </a:solidFill>
              </a:defRPr>
            </a:pPr>
            <a:r>
              <a:t>Photo: Ahmad Jaafar on Unsplash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2E2E"/>
                </a:solidFill>
              </a:defRPr>
            </a:pPr>
            <a:r>
              <a:t>Economic Landscape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Africa's largest economy and leading oil producer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Strong agricultural sector: cocoa, palm oil, rubber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Growing tech and creative industries (Nollywood)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Massive domestic market with significant potential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2E2E"/>
                </a:solidFill>
              </a:defRPr>
            </a:pPr>
            <a:r>
              <a:t>Photo: sheyi owolabi on Unsplash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2E2E"/>
                </a:solidFill>
              </a:defRPr>
            </a:pPr>
            <a:r>
              <a:t>Key Challenges and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Addressing infrastructure and development gaps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Strengthening governance and institutional reforms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Tackling youth unemployment and education access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Harnessing its vast human and natural resources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2E2E"/>
                </a:solidFill>
              </a:defRPr>
            </a:pPr>
            <a:r>
              <a:t>Photo: Godson leonard on Unsplash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A2E2E"/>
                </a:solidFill>
              </a:defRPr>
            </a:pPr>
            <a:r>
              <a:t>Nigeria's Global Influence and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Regional leader in West African diplomacy (ECOWAS)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Active participant in UN and other global bodies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Significant diaspora contributions worldwide</a:t>
            </a:r>
          </a:p>
          <a:p>
            <a:pPr>
              <a:spcAft>
                <a:spcPts val="800"/>
              </a:spcAft>
              <a:defRPr sz="2000">
                <a:solidFill>
                  <a:srgbClr val="2F1D1D"/>
                </a:solidFill>
              </a:defRPr>
            </a:pPr>
            <a:r>
              <a:t>A future with immense potential and continued growth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2E2E"/>
                </a:solidFill>
              </a:defRPr>
            </a:pPr>
            <a:r>
              <a:t>Photo: Tope. A Asokere on Unsplash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FF7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6F0E8"/>
                </a:solidFill>
              </a:defRPr>
            </a:pPr>
            <a:r>
              <a:t>Thank you for joining us on this journey into Nigeria, a nation of unparalleled resilience, diversity, and promise.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