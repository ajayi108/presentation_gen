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setting the scene for Nepal, highlighting its unique geographical position and the incredible diversity it fosters. Emphasize that this diversity is the bedrock of its culture. Briefly touch upon its historical depth.</a:t>
            </a:r>
          </a:p>
          <a:p/>
          <a:p>
            <a:r>
              <a:t>Image credit: Aaron Santelices | Profile: https://unsplash.com/@aaron_santelices?utm_source=ai_presentation_generator&amp;utm_medium=referral | Photo: https://unsplash.com/photos/a-view-of-a-mountain-range-in-the-distance-7GICujbHhb8?utm_source=ai_presentation_generator&amp;utm_medium=referral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 into the specifics of Nepal's ethnic composition. Discuss a few prominent groups and how their unique identities contribute to the national culture. Explain the linguistic diversity and the role of Nepali as the unifying language. Briefly mention the historical caste system and its evolving role.</a:t>
            </a:r>
          </a:p>
          <a:p/>
          <a:p>
            <a:r>
              <a:t>Image credit: Samrat Khadka | Profile: https://unsplash.com/@samrat_khadka?utm_source=ai_presentation_generator&amp;utm_medium=referral | Photo: https://unsplash.com/photos/a-man-holding-a-hammer-SUIDCH1Sees?utm_source=ai_presentation_generator&amp;utm_medium=referral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celebratory aspect of Nepalese culture through its major festivals. Explain the significance of Dashain and Tihar, offering insights into their rituals and social importance. Briefly mention other key festivals like Indra Jatra and Buddha Jayanti, showcasing religious harmony.</a:t>
            </a:r>
          </a:p>
          <a:p/>
          <a:p>
            <a:r>
              <a:t>Image credit: Shreyashka Maharjan | Profile: https://unsplash.com/@shreyashka?utm_source=ai_presentation_generator&amp;utm_medium=referral | Photo: https://unsplash.com/photos/a-person-dressed-in-a-colorful-costume-and-holding-a-pair-of-scissors-MUV6EWtkYeo?utm_source=ai_presentation_generator&amp;utm_medium=referral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focus to the artistic and architectural contributions. Describe the unique pagoda style and its prevalence. Explain Thangka paintings' spiritual significance. Introduce traditional musical instruments and their role in Nepalese folk music. Mention the detailed craftsmanship visible in daily life and religious structures.</a:t>
            </a:r>
          </a:p>
          <a:p/>
          <a:p>
            <a:r>
              <a:t>Image credit: BLOG REGION | Profile: https://unsplash.com/@blog_region?utm_source=ai_presentation_generator&amp;utm_medium=referral | Photo: https://unsplash.com/photos/a-woman-peeks-through-a-carved-wooden-window-ZDBb_YxpqLo?utm_source=ai_presentation_generator&amp;utm_medium=referral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the culinary landscape, starting with Dal Bhat as the national dish and its cultural importance. Introduce Momo as an example of cross-cultural influence. Discuss the simplicity and freshness of Nepalese cuisine. Touch upon the social structure, emphasizing the importance of family and community.</a:t>
            </a:r>
          </a:p>
          <a:p/>
          <a:p>
            <a:r>
              <a:t>Image credit: Stan Tuladhar | Profile: https://unsplash.com/@stan_dgafos_tuladhar?utm_source=ai_presentation_generator&amp;utm_medium=referral | Photo: https://unsplash.com/photos/a-crowd-of-people-walking-down-a-street-next-to-tall-buildings-yqvdjUpEb2M?utm_source=ai_presentation_generator&amp;utm_medium=referral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focusing on the spiritual core of Nepal. Explain the unique harmony between Hinduism and Buddhism. Describe major pilgrimage sites for both religions, illustrating their architectural beauty and spiritual significance. Briefly mention the deep-rooted respect for nature and older animistic traditions.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C3A"/>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640080" y="914400"/>
            <a:ext cx="10881360" cy="3291840"/>
          </a:xfrm>
          <a:prstGeom prst="rect">
            <a:avLst/>
          </a:prstGeom>
          <a:solidFill>
            <a:srgbClr val="173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0241280" cy="1325880"/>
          </a:xfrm>
          <a:prstGeom prst="rect">
            <a:avLst/>
          </a:prstGeom>
          <a:noFill/>
        </p:spPr>
        <p:txBody>
          <a:bodyPr wrap="none">
            <a:spAutoFit/>
          </a:bodyPr>
          <a:lstStyle/>
          <a:p>
            <a:pPr algn="l">
              <a:defRPr sz="3000" b="1">
                <a:solidFill>
                  <a:srgbClr val="FFFFFF"/>
                </a:solidFill>
              </a:defRPr>
            </a:pPr>
            <a:r>
              <a:t>Unveiling Nepal's Cultural Tapestry: A Journey Through Tradition and Diversity</a:t>
            </a:r>
          </a:p>
        </p:txBody>
      </p:sp>
      <p:sp>
        <p:nvSpPr>
          <p:cNvPr id="5" name="TextBox 4"/>
          <p:cNvSpPr txBox="1"/>
          <p:nvPr/>
        </p:nvSpPr>
        <p:spPr>
          <a:xfrm>
            <a:off x="1005840" y="2697480"/>
            <a:ext cx="10058400" cy="1005840"/>
          </a:xfrm>
          <a:prstGeom prst="rect">
            <a:avLst/>
          </a:prstGeom>
          <a:noFill/>
        </p:spPr>
        <p:txBody>
          <a:bodyPr wrap="none">
            <a:spAutoFit/>
          </a:bodyPr>
          <a:lstStyle/>
          <a:p>
            <a:pPr algn="l">
              <a:defRPr sz="1600">
                <a:solidFill>
                  <a:srgbClr val="F6F0E8"/>
                </a:solidFill>
              </a:defRPr>
            </a:pPr>
            <a:r>
              <a:t>Explore the rich heritage, vibrant customs, and profound spirituality that define the cultural landscape of Nepal.</a:t>
            </a:r>
          </a:p>
        </p:txBody>
      </p:sp>
      <p:sp>
        <p:nvSpPr>
          <p:cNvPr id="6" name="TextBox 5"/>
          <p:cNvSpPr txBox="1"/>
          <p:nvPr/>
        </p:nvSpPr>
        <p:spPr>
          <a:xfrm>
            <a:off x="1005840" y="3794760"/>
            <a:ext cx="10058400" cy="548640"/>
          </a:xfrm>
          <a:prstGeom prst="rect">
            <a:avLst/>
          </a:prstGeom>
          <a:noFill/>
        </p:spPr>
        <p:txBody>
          <a:bodyPr wrap="none">
            <a:spAutoFit/>
          </a:bodyPr>
          <a:lstStyle/>
          <a:p>
            <a:pPr algn="l">
              <a:defRPr sz="1300" b="1">
                <a:solidFill>
                  <a:srgbClr val="FFFFFF"/>
                </a:solidFill>
              </a:defRPr>
            </a:pPr>
            <a:r>
              <a:t>Oween Aditya Ajayi</a:t>
            </a:r>
          </a:p>
        </p:txBody>
      </p:sp>
      <p:sp>
        <p:nvSpPr>
          <p:cNvPr id="7" name="TextBox 6"/>
          <p:cNvSpPr txBox="1"/>
          <p:nvPr/>
        </p:nvSpPr>
        <p:spPr>
          <a:xfrm>
            <a:off x="548640" y="6400800"/>
            <a:ext cx="10972800" cy="228600"/>
          </a:xfrm>
          <a:prstGeom prst="rect">
            <a:avLst/>
          </a:prstGeom>
          <a:noFill/>
        </p:spPr>
        <p:txBody>
          <a:bodyPr wrap="none">
            <a:spAutoFit/>
          </a:bodyPr>
          <a:lstStyle/>
          <a:p>
            <a:pPr>
              <a:defRPr sz="800">
                <a:solidFill>
                  <a:srgbClr val="FFFFFF"/>
                </a:solidFill>
              </a:defRPr>
            </a:pPr>
            <a:r>
              <a:t>Photo: Sujan Shahi on Unsplash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Introduction to Nepal: Land of Mountains and Diversity</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Geographical crossroads between India and Tibet</a:t>
            </a:r>
          </a:p>
          <a:p>
            <a:pPr>
              <a:spcAft>
                <a:spcPts val="800"/>
              </a:spcAft>
              <a:defRPr sz="2000">
                <a:solidFill>
                  <a:srgbClr val="122221"/>
                </a:solidFill>
              </a:defRPr>
            </a:pPr>
            <a:r>
              <a:t>Home to over 125 ethnic groups and languages</a:t>
            </a:r>
          </a:p>
          <a:p>
            <a:pPr>
              <a:spcAft>
                <a:spcPts val="800"/>
              </a:spcAft>
              <a:defRPr sz="2000">
                <a:solidFill>
                  <a:srgbClr val="122221"/>
                </a:solidFill>
              </a:defRPr>
            </a:pPr>
            <a:r>
              <a:t>Rich history spanning ancient kingdoms to a modern republic</a:t>
            </a:r>
          </a:p>
          <a:p>
            <a:pPr>
              <a:spcAft>
                <a:spcPts val="800"/>
              </a:spcAft>
              <a:defRPr sz="2000">
                <a:solidFill>
                  <a:srgbClr val="122221"/>
                </a:solidFill>
              </a:defRPr>
            </a:pPr>
            <a:r>
              <a:t>Unique blend of South Asian and Central Asian influences</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Aaron Santelices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Ethnic Mosaic and Linguistic Richness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Key ethnic groups: Newar, Gurung, Sherpa, Magar, Tharu, Rai, Limbu</a:t>
            </a:r>
          </a:p>
          <a:p>
            <a:pPr>
              <a:spcAft>
                <a:spcPts val="800"/>
              </a:spcAft>
              <a:defRPr sz="2000">
                <a:solidFill>
                  <a:srgbClr val="122221"/>
                </a:solidFill>
              </a:defRPr>
            </a:pPr>
            <a:r>
              <a:t>Over 123 languages spoken, Nepali as the official language</a:t>
            </a:r>
          </a:p>
          <a:p>
            <a:pPr>
              <a:spcAft>
                <a:spcPts val="800"/>
              </a:spcAft>
              <a:defRPr sz="2000">
                <a:solidFill>
                  <a:srgbClr val="122221"/>
                </a:solidFill>
              </a:defRPr>
            </a:pPr>
            <a:r>
              <a:t>Each group contributes distinct traditions, dress, and festivals</a:t>
            </a:r>
          </a:p>
          <a:p>
            <a:pPr>
              <a:spcAft>
                <a:spcPts val="800"/>
              </a:spcAft>
              <a:defRPr sz="2000">
                <a:solidFill>
                  <a:srgbClr val="122221"/>
                </a:solidFill>
              </a:defRPr>
            </a:pPr>
            <a:r>
              <a:t>Caste system's historical influence and modern societal changes</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Samrat Khadka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Vibrant Festivals and Rituals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Dashain: The longest and most auspicious Hindu festival</a:t>
            </a:r>
          </a:p>
          <a:p>
            <a:pPr>
              <a:spcAft>
                <a:spcPts val="800"/>
              </a:spcAft>
              <a:defRPr sz="2000">
                <a:solidFill>
                  <a:srgbClr val="122221"/>
                </a:solidFill>
              </a:defRPr>
            </a:pPr>
            <a:r>
              <a:t>Tihar (Deepawali): Festival of Lights and reverence for animals</a:t>
            </a:r>
          </a:p>
          <a:p>
            <a:pPr>
              <a:spcAft>
                <a:spcPts val="800"/>
              </a:spcAft>
              <a:defRPr sz="2000">
                <a:solidFill>
                  <a:srgbClr val="122221"/>
                </a:solidFill>
              </a:defRPr>
            </a:pPr>
            <a:r>
              <a:t>Indra Jatra: Celebrated in Kathmandu, honoring the rain god Indra</a:t>
            </a:r>
          </a:p>
          <a:p>
            <a:pPr>
              <a:spcAft>
                <a:spcPts val="800"/>
              </a:spcAft>
              <a:defRPr sz="2000">
                <a:solidFill>
                  <a:srgbClr val="122221"/>
                </a:solidFill>
              </a:defRPr>
            </a:pPr>
            <a:r>
              <a:t>Buddha Jayanti: Commemorating the birth of Lord Buddha</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Shreyashka Maharjan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Art, Architecture, and Music Heritage</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Pagoda-style temples and stupas: Iconic architectural marvels</a:t>
            </a:r>
          </a:p>
          <a:p>
            <a:pPr>
              <a:spcAft>
                <a:spcPts val="800"/>
              </a:spcAft>
              <a:defRPr sz="2000">
                <a:solidFill>
                  <a:srgbClr val="122221"/>
                </a:solidFill>
              </a:defRPr>
            </a:pPr>
            <a:r>
              <a:t>Thangka paintings: Intricate Buddhist devotional art</a:t>
            </a:r>
          </a:p>
          <a:p>
            <a:pPr>
              <a:spcAft>
                <a:spcPts val="800"/>
              </a:spcAft>
              <a:defRPr sz="2000">
                <a:solidFill>
                  <a:srgbClr val="122221"/>
                </a:solidFill>
              </a:defRPr>
            </a:pPr>
            <a:r>
              <a:t>Traditional music: Folk songs, instruments like Sarangi and Madal</a:t>
            </a:r>
          </a:p>
          <a:p>
            <a:pPr>
              <a:spcAft>
                <a:spcPts val="800"/>
              </a:spcAft>
              <a:defRPr sz="2000">
                <a:solidFill>
                  <a:srgbClr val="122221"/>
                </a:solidFill>
              </a:defRPr>
            </a:pPr>
            <a:r>
              <a:t>Intricate wood carvings and metal craftsmanship</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BLOG REGION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Cuisine and Daily Life Traditions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Dal Bhat: The staple meal, embodying Nepalese hospitality</a:t>
            </a:r>
          </a:p>
          <a:p>
            <a:pPr>
              <a:spcAft>
                <a:spcPts val="800"/>
              </a:spcAft>
              <a:defRPr sz="2000">
                <a:solidFill>
                  <a:srgbClr val="122221"/>
                </a:solidFill>
              </a:defRPr>
            </a:pPr>
            <a:r>
              <a:t>Momo: Popular dumplings reflecting Tibetan influence</a:t>
            </a:r>
          </a:p>
          <a:p>
            <a:pPr>
              <a:spcAft>
                <a:spcPts val="800"/>
              </a:spcAft>
              <a:defRPr sz="2000">
                <a:solidFill>
                  <a:srgbClr val="122221"/>
                </a:solidFill>
              </a:defRPr>
            </a:pPr>
            <a:r>
              <a:t>Emphasis on fresh, local ingredients and seasonal produce</a:t>
            </a:r>
          </a:p>
          <a:p>
            <a:pPr>
              <a:spcAft>
                <a:spcPts val="800"/>
              </a:spcAft>
              <a:defRPr sz="2000">
                <a:solidFill>
                  <a:srgbClr val="122221"/>
                </a:solidFill>
              </a:defRPr>
            </a:pPr>
            <a:r>
              <a:t>Strong family bonds and community-oriented lifestyle</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Stan Tuladhar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Spiritual Harmony and Sacred Spaces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Hinduism and Buddhism: Coexisting and often intertwined</a:t>
            </a:r>
          </a:p>
          <a:p>
            <a:pPr>
              <a:spcAft>
                <a:spcPts val="800"/>
              </a:spcAft>
              <a:defRPr sz="2000">
                <a:solidFill>
                  <a:srgbClr val="122221"/>
                </a:solidFill>
              </a:defRPr>
            </a:pPr>
            <a:r>
              <a:t>Pashupatinath Temple: Sacred Hindu pilgrimage site</a:t>
            </a:r>
          </a:p>
          <a:p>
            <a:pPr>
              <a:spcAft>
                <a:spcPts val="800"/>
              </a:spcAft>
              <a:defRPr sz="2000">
                <a:solidFill>
                  <a:srgbClr val="122221"/>
                </a:solidFill>
              </a:defRPr>
            </a:pPr>
            <a:r>
              <a:t>Boudhanath Stupa and Swayambhunath: Prominent Buddhist landmarks</a:t>
            </a:r>
          </a:p>
          <a:p>
            <a:pPr>
              <a:spcAft>
                <a:spcPts val="800"/>
              </a:spcAft>
              <a:defRPr sz="2000">
                <a:solidFill>
                  <a:srgbClr val="122221"/>
                </a:solidFill>
              </a:defRPr>
            </a:pPr>
            <a:r>
              <a:t>Respect for nature and ancient animistic beliefs</a:t>
            </a:r>
          </a:p>
        </p:txBody>
      </p:sp>
      <p:sp>
        <p:nvSpPr>
          <p:cNvPr id="4" name="Rectangle 3"/>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C3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joining this exploration of Nepal's captivating culture; may its enduring spirit inspire us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